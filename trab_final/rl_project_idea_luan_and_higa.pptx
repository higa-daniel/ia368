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Comparative Analysis of Q-Learning and SARSA in Cliff Walking</a:t>
            </a:r>
          </a:p>
          <a:p>
            <a:pPr lvl="1"/>
            <a:r>
              <a:rPr dirty="0"/>
              <a:t>Goal: investigate the impact of variable penalties and stochasticity.</a:t>
            </a:r>
          </a:p>
          <a:p>
            <a:pPr lvl="1"/>
            <a:r>
              <a:rPr dirty="0"/>
              <a:t>Focus on classical Reinforcement Learning algorithms.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Customized Cliff Walking environment.</a:t>
            </a:r>
          </a:p>
          <a:p>
            <a:r>
              <a:t>Comparison between Q-Learning and SARSA.</a:t>
            </a:r>
          </a:p>
          <a:p>
            <a:r>
              <a:t>Scenarios with different cliff penalties.</a:t>
            </a:r>
          </a:p>
          <a:p>
            <a:r>
              <a:t>Introduction of stochasticity (slip probability).</a:t>
            </a:r>
          </a:p>
          <a:p>
            <a:r>
              <a:t>Multiple runs for statistical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Accumulated reward.</a:t>
            </a:r>
          </a:p>
          <a:p>
            <a:r>
              <a:rPr dirty="0"/>
              <a:t>Convergence speed.</a:t>
            </a:r>
          </a:p>
          <a:p>
            <a:r>
              <a:rPr dirty="0"/>
              <a:t>Number of cliff falls.</a:t>
            </a:r>
          </a:p>
          <a:p>
            <a:r>
              <a:rPr dirty="0"/>
              <a:t>Stability across runs.</a:t>
            </a:r>
          </a:p>
          <a:p>
            <a:r>
              <a:rPr dirty="0"/>
              <a:t>Risk-aversion analysis.</a:t>
            </a:r>
          </a:p>
          <a:p>
            <a:r>
              <a:rPr dirty="0"/>
              <a:t>Evaluation of reward function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89</Words>
  <Application>Microsoft Office PowerPoint</Application>
  <PresentationFormat>Apresentação na tela (4:3)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Reinforcement Learning Project</vt:lpstr>
      <vt:lpstr>Methodology</vt:lpstr>
      <vt:lpstr>Metrics and Expected Contributions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Luan Ornelas</cp:lastModifiedBy>
  <cp:revision>2</cp:revision>
  <dcterms:created xsi:type="dcterms:W3CDTF">2013-01-27T09:14:16Z</dcterms:created>
  <dcterms:modified xsi:type="dcterms:W3CDTF">2026-05-25T09:40:13Z</dcterms:modified>
  <cp:category/>
</cp:coreProperties>
</file>